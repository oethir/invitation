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Zing Rust Base Rough" charset="1" panose="00000600000000000000"/>
      <p:regular r:id="rId16"/>
    </p:embeddedFont>
    <p:embeddedFont>
      <p:font typeface="Edo" charset="1" panose="02000000000000000000"/>
      <p:regular r:id="rId17"/>
    </p:embeddedFont>
    <p:embeddedFont>
      <p:font typeface="Dreaming Outloud Sans Alt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24.png" Type="http://schemas.openxmlformats.org/officeDocument/2006/relationships/image"/><Relationship Id="rId5" Target="../media/image11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71656" y="5650013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205320" y="-445231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55419" y="2523661"/>
            <a:ext cx="11977162" cy="2081032"/>
          </a:xfrm>
          <a:custGeom>
            <a:avLst/>
            <a:gdLst/>
            <a:ahLst/>
            <a:cxnLst/>
            <a:rect r="r" b="b" t="t" l="l"/>
            <a:pathLst>
              <a:path h="2081032" w="11977162">
                <a:moveTo>
                  <a:pt x="0" y="0"/>
                </a:moveTo>
                <a:lnTo>
                  <a:pt x="11977162" y="0"/>
                </a:lnTo>
                <a:lnTo>
                  <a:pt x="11977162" y="2081032"/>
                </a:lnTo>
                <a:lnTo>
                  <a:pt x="0" y="2081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55419" y="4102984"/>
            <a:ext cx="11977162" cy="2081032"/>
          </a:xfrm>
          <a:custGeom>
            <a:avLst/>
            <a:gdLst/>
            <a:ahLst/>
            <a:cxnLst/>
            <a:rect r="r" b="b" t="t" l="l"/>
            <a:pathLst>
              <a:path h="2081032" w="11977162">
                <a:moveTo>
                  <a:pt x="0" y="0"/>
                </a:moveTo>
                <a:lnTo>
                  <a:pt x="11977162" y="0"/>
                </a:lnTo>
                <a:lnTo>
                  <a:pt x="11977162" y="2081032"/>
                </a:lnTo>
                <a:lnTo>
                  <a:pt x="0" y="2081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55419" y="5758507"/>
            <a:ext cx="11977162" cy="2081032"/>
          </a:xfrm>
          <a:custGeom>
            <a:avLst/>
            <a:gdLst/>
            <a:ahLst/>
            <a:cxnLst/>
            <a:rect r="r" b="b" t="t" l="l"/>
            <a:pathLst>
              <a:path h="2081032" w="11977162">
                <a:moveTo>
                  <a:pt x="0" y="0"/>
                </a:moveTo>
                <a:lnTo>
                  <a:pt x="11977162" y="0"/>
                </a:lnTo>
                <a:lnTo>
                  <a:pt x="11977162" y="2081032"/>
                </a:lnTo>
                <a:lnTo>
                  <a:pt x="0" y="2081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2559" y="757721"/>
            <a:ext cx="5107167" cy="4385779"/>
          </a:xfrm>
          <a:custGeom>
            <a:avLst/>
            <a:gdLst/>
            <a:ahLst/>
            <a:cxnLst/>
            <a:rect r="r" b="b" t="t" l="l"/>
            <a:pathLst>
              <a:path h="4385779" w="5107167">
                <a:moveTo>
                  <a:pt x="0" y="0"/>
                </a:moveTo>
                <a:lnTo>
                  <a:pt x="5107166" y="0"/>
                </a:lnTo>
                <a:lnTo>
                  <a:pt x="5107166" y="4385779"/>
                </a:lnTo>
                <a:lnTo>
                  <a:pt x="0" y="438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057608">
            <a:off x="13107194" y="4838776"/>
            <a:ext cx="5058194" cy="4343724"/>
          </a:xfrm>
          <a:custGeom>
            <a:avLst/>
            <a:gdLst/>
            <a:ahLst/>
            <a:cxnLst/>
            <a:rect r="r" b="b" t="t" l="l"/>
            <a:pathLst>
              <a:path h="4343724" w="5058194">
                <a:moveTo>
                  <a:pt x="0" y="0"/>
                </a:moveTo>
                <a:lnTo>
                  <a:pt x="5058195" y="0"/>
                </a:lnTo>
                <a:lnTo>
                  <a:pt x="5058195" y="4343725"/>
                </a:lnTo>
                <a:lnTo>
                  <a:pt x="0" y="4343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57608">
            <a:off x="3619000" y="626793"/>
            <a:ext cx="3421450" cy="2938170"/>
          </a:xfrm>
          <a:custGeom>
            <a:avLst/>
            <a:gdLst/>
            <a:ahLst/>
            <a:cxnLst/>
            <a:rect r="r" b="b" t="t" l="l"/>
            <a:pathLst>
              <a:path h="2938170" w="3421450">
                <a:moveTo>
                  <a:pt x="0" y="0"/>
                </a:moveTo>
                <a:lnTo>
                  <a:pt x="3421450" y="0"/>
                </a:lnTo>
                <a:lnTo>
                  <a:pt x="3421450" y="2938170"/>
                </a:lnTo>
                <a:lnTo>
                  <a:pt x="0" y="29381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2412">
            <a:off x="11494595" y="6770969"/>
            <a:ext cx="3421450" cy="2938170"/>
          </a:xfrm>
          <a:custGeom>
            <a:avLst/>
            <a:gdLst/>
            <a:ahLst/>
            <a:cxnLst/>
            <a:rect r="r" b="b" t="t" l="l"/>
            <a:pathLst>
              <a:path h="2938170" w="3421450">
                <a:moveTo>
                  <a:pt x="0" y="0"/>
                </a:moveTo>
                <a:lnTo>
                  <a:pt x="3421450" y="0"/>
                </a:lnTo>
                <a:lnTo>
                  <a:pt x="3421450" y="2938170"/>
                </a:lnTo>
                <a:lnTo>
                  <a:pt x="0" y="29381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587444" y="3409851"/>
            <a:ext cx="7113112" cy="88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6232">
                <a:solidFill>
                  <a:srgbClr val="734299"/>
                </a:solidFill>
                <a:latin typeface="Zing Rust Base Rough"/>
                <a:ea typeface="Zing Rust Base Rough"/>
                <a:cs typeface="Zing Rust Base Rough"/>
                <a:sym typeface="Zing Rust Base Rough"/>
              </a:rPr>
              <a:t>Healing with Hues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09723" y="4463633"/>
            <a:ext cx="8068554" cy="253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6"/>
              </a:lnSpc>
            </a:pPr>
            <a:r>
              <a:rPr lang="en-US" sz="10209" spc="-306">
                <a:solidFill>
                  <a:srgbClr val="B14046"/>
                </a:solidFill>
                <a:latin typeface="Edo"/>
                <a:ea typeface="Edo"/>
                <a:cs typeface="Edo"/>
                <a:sym typeface="Edo"/>
              </a:rPr>
              <a:t>The Power of Color Therapy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39245" y="2950610"/>
            <a:ext cx="2834299" cy="3418250"/>
          </a:xfrm>
          <a:custGeom>
            <a:avLst/>
            <a:gdLst/>
            <a:ahLst/>
            <a:cxnLst/>
            <a:rect r="r" b="b" t="t" l="l"/>
            <a:pathLst>
              <a:path h="3418250" w="2834299">
                <a:moveTo>
                  <a:pt x="0" y="0"/>
                </a:moveTo>
                <a:lnTo>
                  <a:pt x="2834300" y="0"/>
                </a:lnTo>
                <a:lnTo>
                  <a:pt x="2834300" y="3418251"/>
                </a:lnTo>
                <a:lnTo>
                  <a:pt x="0" y="34182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87952" y="3564177"/>
            <a:ext cx="2834299" cy="3418250"/>
          </a:xfrm>
          <a:custGeom>
            <a:avLst/>
            <a:gdLst/>
            <a:ahLst/>
            <a:cxnLst/>
            <a:rect r="r" b="b" t="t" l="l"/>
            <a:pathLst>
              <a:path h="3418250" w="2834299">
                <a:moveTo>
                  <a:pt x="0" y="0"/>
                </a:moveTo>
                <a:lnTo>
                  <a:pt x="2834299" y="0"/>
                </a:lnTo>
                <a:lnTo>
                  <a:pt x="2834299" y="3418251"/>
                </a:lnTo>
                <a:lnTo>
                  <a:pt x="0" y="34182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7408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231072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85348" y="3185801"/>
            <a:ext cx="13317305" cy="5160456"/>
          </a:xfrm>
          <a:custGeom>
            <a:avLst/>
            <a:gdLst/>
            <a:ahLst/>
            <a:cxnLst/>
            <a:rect r="r" b="b" t="t" l="l"/>
            <a:pathLst>
              <a:path h="5160456" w="13317305">
                <a:moveTo>
                  <a:pt x="0" y="0"/>
                </a:moveTo>
                <a:lnTo>
                  <a:pt x="13317304" y="0"/>
                </a:lnTo>
                <a:lnTo>
                  <a:pt x="13317304" y="5160456"/>
                </a:lnTo>
                <a:lnTo>
                  <a:pt x="0" y="5160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Introduction to Color Therapy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37295" y="3998723"/>
            <a:ext cx="11413409" cy="319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8"/>
              </a:lnSpc>
            </a:pPr>
            <a:r>
              <a:rPr lang="en-US" sz="5989" spc="-664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What is C</a:t>
            </a:r>
            <a:r>
              <a:rPr lang="en-US" sz="5989" spc="-664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 Therapy (Chromotherapy)? Ancient roots in Egyptian, Indian, and Chinese healing practices. Colors used to balance energy and improve well-being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8250">
            <a:off x="2137001" y="6428840"/>
            <a:ext cx="2707926" cy="2325432"/>
          </a:xfrm>
          <a:custGeom>
            <a:avLst/>
            <a:gdLst/>
            <a:ahLst/>
            <a:cxnLst/>
            <a:rect r="r" b="b" t="t" l="l"/>
            <a:pathLst>
              <a:path h="2325432" w="2707926">
                <a:moveTo>
                  <a:pt x="0" y="0"/>
                </a:moveTo>
                <a:lnTo>
                  <a:pt x="2707926" y="0"/>
                </a:lnTo>
                <a:lnTo>
                  <a:pt x="2707926" y="2325432"/>
                </a:lnTo>
                <a:lnTo>
                  <a:pt x="0" y="23254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6529513">
            <a:off x="14365094" y="2630183"/>
            <a:ext cx="3021159" cy="2594420"/>
          </a:xfrm>
          <a:custGeom>
            <a:avLst/>
            <a:gdLst/>
            <a:ahLst/>
            <a:cxnLst/>
            <a:rect r="r" b="b" t="t" l="l"/>
            <a:pathLst>
              <a:path h="2594420" w="3021159">
                <a:moveTo>
                  <a:pt x="0" y="0"/>
                </a:moveTo>
                <a:lnTo>
                  <a:pt x="3021160" y="0"/>
                </a:lnTo>
                <a:lnTo>
                  <a:pt x="3021160" y="2594420"/>
                </a:lnTo>
                <a:lnTo>
                  <a:pt x="0" y="2594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7408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231072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42845" y="2631099"/>
            <a:ext cx="11602309" cy="2015901"/>
          </a:xfrm>
          <a:custGeom>
            <a:avLst/>
            <a:gdLst/>
            <a:ahLst/>
            <a:cxnLst/>
            <a:rect r="r" b="b" t="t" l="l"/>
            <a:pathLst>
              <a:path h="2015901" w="11602309">
                <a:moveTo>
                  <a:pt x="0" y="0"/>
                </a:moveTo>
                <a:lnTo>
                  <a:pt x="11602310" y="0"/>
                </a:lnTo>
                <a:lnTo>
                  <a:pt x="11602310" y="2015901"/>
                </a:lnTo>
                <a:lnTo>
                  <a:pt x="0" y="2015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42845" y="4936749"/>
            <a:ext cx="11602309" cy="2015901"/>
          </a:xfrm>
          <a:custGeom>
            <a:avLst/>
            <a:gdLst/>
            <a:ahLst/>
            <a:cxnLst/>
            <a:rect r="r" b="b" t="t" l="l"/>
            <a:pathLst>
              <a:path h="2015901" w="11602309">
                <a:moveTo>
                  <a:pt x="0" y="0"/>
                </a:moveTo>
                <a:lnTo>
                  <a:pt x="11602310" y="0"/>
                </a:lnTo>
                <a:lnTo>
                  <a:pt x="11602310" y="2015901"/>
                </a:lnTo>
                <a:lnTo>
                  <a:pt x="0" y="2015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2845" y="7242399"/>
            <a:ext cx="11602309" cy="2015901"/>
          </a:xfrm>
          <a:custGeom>
            <a:avLst/>
            <a:gdLst/>
            <a:ahLst/>
            <a:cxnLst/>
            <a:rect r="r" b="b" t="t" l="l"/>
            <a:pathLst>
              <a:path h="2015901" w="11602309">
                <a:moveTo>
                  <a:pt x="0" y="0"/>
                </a:moveTo>
                <a:lnTo>
                  <a:pt x="11602310" y="0"/>
                </a:lnTo>
                <a:lnTo>
                  <a:pt x="11602310" y="2015901"/>
                </a:lnTo>
                <a:lnTo>
                  <a:pt x="0" y="2015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706" y="573699"/>
            <a:ext cx="3411855" cy="4114800"/>
          </a:xfrm>
          <a:custGeom>
            <a:avLst/>
            <a:gdLst/>
            <a:ahLst/>
            <a:cxnLst/>
            <a:rect r="r" b="b" t="t" l="l"/>
            <a:pathLst>
              <a:path h="4114800" w="3411855">
                <a:moveTo>
                  <a:pt x="0" y="0"/>
                </a:moveTo>
                <a:lnTo>
                  <a:pt x="3411855" y="0"/>
                </a:lnTo>
                <a:lnTo>
                  <a:pt x="34118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How It 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60561" y="2987952"/>
            <a:ext cx="9966878" cy="137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6"/>
              </a:lnSpc>
            </a:pPr>
            <a:r>
              <a:rPr lang="en-US" sz="5139" spc="-570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Each c</a:t>
            </a:r>
            <a:r>
              <a:rPr lang="en-US" sz="5139" spc="-570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 has a unique vibration and frequency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60561" y="5243512"/>
            <a:ext cx="9966878" cy="137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6"/>
              </a:lnSpc>
            </a:pPr>
            <a:r>
              <a:rPr lang="en-US" sz="5139" spc="-570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Affect</a:t>
            </a:r>
            <a:r>
              <a:rPr lang="en-US" sz="5139" spc="-570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s emotions, mood, and even physical health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94399" y="7600350"/>
            <a:ext cx="9299201" cy="137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6"/>
              </a:lnSpc>
            </a:pPr>
            <a:r>
              <a:rPr lang="en-US" sz="5139" spc="-570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Applied through </a:t>
            </a:r>
            <a:r>
              <a:rPr lang="en-US" sz="5139" spc="-570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light, visualization, surroundings, and clothing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302313" y="1612699"/>
            <a:ext cx="3411855" cy="4114800"/>
          </a:xfrm>
          <a:custGeom>
            <a:avLst/>
            <a:gdLst/>
            <a:ahLst/>
            <a:cxnLst/>
            <a:rect r="r" b="b" t="t" l="l"/>
            <a:pathLst>
              <a:path h="4114800" w="3411855">
                <a:moveTo>
                  <a:pt x="0" y="0"/>
                </a:moveTo>
                <a:lnTo>
                  <a:pt x="3411855" y="0"/>
                </a:lnTo>
                <a:lnTo>
                  <a:pt x="34118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7408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231072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41620" y="2724872"/>
            <a:ext cx="12604761" cy="2752039"/>
          </a:xfrm>
          <a:custGeom>
            <a:avLst/>
            <a:gdLst/>
            <a:ahLst/>
            <a:cxnLst/>
            <a:rect r="r" b="b" t="t" l="l"/>
            <a:pathLst>
              <a:path h="2752039" w="12604761">
                <a:moveTo>
                  <a:pt x="0" y="0"/>
                </a:moveTo>
                <a:lnTo>
                  <a:pt x="12604760" y="0"/>
                </a:lnTo>
                <a:lnTo>
                  <a:pt x="12604760" y="2752040"/>
                </a:lnTo>
                <a:lnTo>
                  <a:pt x="0" y="2752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41620" y="6076987"/>
            <a:ext cx="12604761" cy="2752039"/>
          </a:xfrm>
          <a:custGeom>
            <a:avLst/>
            <a:gdLst/>
            <a:ahLst/>
            <a:cxnLst/>
            <a:rect r="r" b="b" t="t" l="l"/>
            <a:pathLst>
              <a:path h="2752039" w="12604761">
                <a:moveTo>
                  <a:pt x="0" y="0"/>
                </a:moveTo>
                <a:lnTo>
                  <a:pt x="12604760" y="0"/>
                </a:lnTo>
                <a:lnTo>
                  <a:pt x="12604760" y="2752039"/>
                </a:lnTo>
                <a:lnTo>
                  <a:pt x="0" y="275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05502" y="-13908"/>
            <a:ext cx="4515556" cy="4114800"/>
          </a:xfrm>
          <a:custGeom>
            <a:avLst/>
            <a:gdLst/>
            <a:ahLst/>
            <a:cxnLst/>
            <a:rect r="r" b="b" t="t" l="l"/>
            <a:pathLst>
              <a:path h="4114800" w="4515556">
                <a:moveTo>
                  <a:pt x="0" y="0"/>
                </a:moveTo>
                <a:lnTo>
                  <a:pt x="4515556" y="0"/>
                </a:lnTo>
                <a:lnTo>
                  <a:pt x="45155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The Psychology of Colors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34318" y="3113689"/>
            <a:ext cx="11697890" cy="198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6427" indent="-533213" lvl="1">
              <a:lnSpc>
                <a:spcPts val="5186"/>
              </a:lnSpc>
              <a:buFont typeface="Arial"/>
              <a:buChar char="•"/>
            </a:pP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Lorem ipsum d</a:t>
            </a: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 sit amet, consectetur adipiscing elit. Praesent rutrum maximus mauris sed sodales. Ut rhoncus lacinia nisi eu tempus.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34318" y="6496358"/>
            <a:ext cx="11697890" cy="198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6427" indent="-533213" lvl="1">
              <a:lnSpc>
                <a:spcPts val="5186"/>
              </a:lnSpc>
              <a:buFont typeface="Arial"/>
              <a:buChar char="•"/>
            </a:pP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Lorem ipsum d</a:t>
            </a: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 sit amet, consectetur adipiscing elit. Praesent rutrum maximus mauris sed sodales. Ut rhoncus lacinia nisi eu tempus.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52687" y="980089"/>
            <a:ext cx="4515556" cy="4114800"/>
          </a:xfrm>
          <a:custGeom>
            <a:avLst/>
            <a:gdLst/>
            <a:ahLst/>
            <a:cxnLst/>
            <a:rect r="r" b="b" t="t" l="l"/>
            <a:pathLst>
              <a:path h="4114800" w="4515556">
                <a:moveTo>
                  <a:pt x="0" y="0"/>
                </a:moveTo>
                <a:lnTo>
                  <a:pt x="4515555" y="0"/>
                </a:lnTo>
                <a:lnTo>
                  <a:pt x="45155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3231072" y="-928410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-497408" y="-928410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39115" y="2592358"/>
            <a:ext cx="10809771" cy="1279156"/>
          </a:xfrm>
          <a:custGeom>
            <a:avLst/>
            <a:gdLst/>
            <a:ahLst/>
            <a:cxnLst/>
            <a:rect r="r" b="b" t="t" l="l"/>
            <a:pathLst>
              <a:path h="1279156" w="10809771">
                <a:moveTo>
                  <a:pt x="0" y="0"/>
                </a:moveTo>
                <a:lnTo>
                  <a:pt x="10809770" y="0"/>
                </a:lnTo>
                <a:lnTo>
                  <a:pt x="10809770" y="1279156"/>
                </a:lnTo>
                <a:lnTo>
                  <a:pt x="0" y="1279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Key Colors &amp; Their Effects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739115" y="4070534"/>
            <a:ext cx="10809771" cy="1279156"/>
          </a:xfrm>
          <a:custGeom>
            <a:avLst/>
            <a:gdLst/>
            <a:ahLst/>
            <a:cxnLst/>
            <a:rect r="r" b="b" t="t" l="l"/>
            <a:pathLst>
              <a:path h="1279156" w="10809771">
                <a:moveTo>
                  <a:pt x="0" y="0"/>
                </a:moveTo>
                <a:lnTo>
                  <a:pt x="10809770" y="0"/>
                </a:lnTo>
                <a:lnTo>
                  <a:pt x="10809770" y="1279156"/>
                </a:lnTo>
                <a:lnTo>
                  <a:pt x="0" y="1279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39115" y="5548711"/>
            <a:ext cx="10809771" cy="1279156"/>
          </a:xfrm>
          <a:custGeom>
            <a:avLst/>
            <a:gdLst/>
            <a:ahLst/>
            <a:cxnLst/>
            <a:rect r="r" b="b" t="t" l="l"/>
            <a:pathLst>
              <a:path h="1279156" w="10809771">
                <a:moveTo>
                  <a:pt x="0" y="0"/>
                </a:moveTo>
                <a:lnTo>
                  <a:pt x="10809770" y="0"/>
                </a:lnTo>
                <a:lnTo>
                  <a:pt x="10809770" y="1279156"/>
                </a:lnTo>
                <a:lnTo>
                  <a:pt x="0" y="1279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39115" y="7026888"/>
            <a:ext cx="10809771" cy="1279156"/>
          </a:xfrm>
          <a:custGeom>
            <a:avLst/>
            <a:gdLst/>
            <a:ahLst/>
            <a:cxnLst/>
            <a:rect r="r" b="b" t="t" l="l"/>
            <a:pathLst>
              <a:path h="1279156" w="10809771">
                <a:moveTo>
                  <a:pt x="0" y="0"/>
                </a:moveTo>
                <a:lnTo>
                  <a:pt x="10809770" y="0"/>
                </a:lnTo>
                <a:lnTo>
                  <a:pt x="10809770" y="1279156"/>
                </a:lnTo>
                <a:lnTo>
                  <a:pt x="0" y="1279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39115" y="8505064"/>
            <a:ext cx="10809771" cy="1279156"/>
          </a:xfrm>
          <a:custGeom>
            <a:avLst/>
            <a:gdLst/>
            <a:ahLst/>
            <a:cxnLst/>
            <a:rect r="r" b="b" t="t" l="l"/>
            <a:pathLst>
              <a:path h="1279156" w="10809771">
                <a:moveTo>
                  <a:pt x="0" y="0"/>
                </a:moveTo>
                <a:lnTo>
                  <a:pt x="10809770" y="0"/>
                </a:lnTo>
                <a:lnTo>
                  <a:pt x="10809770" y="1279157"/>
                </a:lnTo>
                <a:lnTo>
                  <a:pt x="0" y="1279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46027" y="2970587"/>
            <a:ext cx="9595946" cy="6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🔴 R</a:t>
            </a: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ed – Stimulates energy &amp; circulation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46027" y="4496978"/>
            <a:ext cx="9595946" cy="6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🔵 Blu</a:t>
            </a: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e – Promotes calm &amp; clarity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46027" y="6004319"/>
            <a:ext cx="9595946" cy="6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🟢 Gre</a:t>
            </a: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en – Balances &amp; refreshes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46027" y="7485092"/>
            <a:ext cx="9595946" cy="6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🟡 Y</a:t>
            </a: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ellow – Boosts mood &amp; optimism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42571" y="8963269"/>
            <a:ext cx="10202859" cy="67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🟣 Purpl</a:t>
            </a:r>
            <a:r>
              <a:rPr lang="en-US" sz="4939" spc="-548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e – Encourages creativity &amp; spirituality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1846357" y="7010790"/>
            <a:ext cx="5107167" cy="4385779"/>
          </a:xfrm>
          <a:custGeom>
            <a:avLst/>
            <a:gdLst/>
            <a:ahLst/>
            <a:cxnLst/>
            <a:rect r="r" b="b" t="t" l="l"/>
            <a:pathLst>
              <a:path h="4385779" w="5107167">
                <a:moveTo>
                  <a:pt x="0" y="0"/>
                </a:moveTo>
                <a:lnTo>
                  <a:pt x="5107167" y="0"/>
                </a:lnTo>
                <a:lnTo>
                  <a:pt x="5107167" y="4385780"/>
                </a:lnTo>
                <a:lnTo>
                  <a:pt x="0" y="4385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4705717" y="7010790"/>
            <a:ext cx="5107167" cy="4385779"/>
          </a:xfrm>
          <a:custGeom>
            <a:avLst/>
            <a:gdLst/>
            <a:ahLst/>
            <a:cxnLst/>
            <a:rect r="r" b="b" t="t" l="l"/>
            <a:pathLst>
              <a:path h="4385779" w="5107167">
                <a:moveTo>
                  <a:pt x="5107166" y="0"/>
                </a:moveTo>
                <a:lnTo>
                  <a:pt x="0" y="0"/>
                </a:lnTo>
                <a:lnTo>
                  <a:pt x="0" y="4385780"/>
                </a:lnTo>
                <a:lnTo>
                  <a:pt x="5107166" y="4385780"/>
                </a:lnTo>
                <a:lnTo>
                  <a:pt x="51071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Applications in Daily Life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3231072" y="-928410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-497408" y="-928410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3534" y="3147673"/>
            <a:ext cx="7663455" cy="2969589"/>
          </a:xfrm>
          <a:custGeom>
            <a:avLst/>
            <a:gdLst/>
            <a:ahLst/>
            <a:cxnLst/>
            <a:rect r="r" b="b" t="t" l="l"/>
            <a:pathLst>
              <a:path h="2969589" w="7663455">
                <a:moveTo>
                  <a:pt x="0" y="0"/>
                </a:moveTo>
                <a:lnTo>
                  <a:pt x="7663455" y="0"/>
                </a:lnTo>
                <a:lnTo>
                  <a:pt x="7663455" y="2969588"/>
                </a:lnTo>
                <a:lnTo>
                  <a:pt x="0" y="29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61011" y="3147673"/>
            <a:ext cx="7663455" cy="2969589"/>
          </a:xfrm>
          <a:custGeom>
            <a:avLst/>
            <a:gdLst/>
            <a:ahLst/>
            <a:cxnLst/>
            <a:rect r="r" b="b" t="t" l="l"/>
            <a:pathLst>
              <a:path h="2969589" w="7663455">
                <a:moveTo>
                  <a:pt x="0" y="0"/>
                </a:moveTo>
                <a:lnTo>
                  <a:pt x="7663455" y="0"/>
                </a:lnTo>
                <a:lnTo>
                  <a:pt x="7663455" y="2969588"/>
                </a:lnTo>
                <a:lnTo>
                  <a:pt x="0" y="29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3534" y="6288711"/>
            <a:ext cx="7663455" cy="2969589"/>
          </a:xfrm>
          <a:custGeom>
            <a:avLst/>
            <a:gdLst/>
            <a:ahLst/>
            <a:cxnLst/>
            <a:rect r="r" b="b" t="t" l="l"/>
            <a:pathLst>
              <a:path h="2969589" w="7663455">
                <a:moveTo>
                  <a:pt x="0" y="0"/>
                </a:moveTo>
                <a:lnTo>
                  <a:pt x="7663455" y="0"/>
                </a:lnTo>
                <a:lnTo>
                  <a:pt x="7663455" y="2969589"/>
                </a:lnTo>
                <a:lnTo>
                  <a:pt x="0" y="2969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61011" y="6288711"/>
            <a:ext cx="7663455" cy="2969589"/>
          </a:xfrm>
          <a:custGeom>
            <a:avLst/>
            <a:gdLst/>
            <a:ahLst/>
            <a:cxnLst/>
            <a:rect r="r" b="b" t="t" l="l"/>
            <a:pathLst>
              <a:path h="2969589" w="7663455">
                <a:moveTo>
                  <a:pt x="0" y="0"/>
                </a:moveTo>
                <a:lnTo>
                  <a:pt x="7663455" y="0"/>
                </a:lnTo>
                <a:lnTo>
                  <a:pt x="7663455" y="2969589"/>
                </a:lnTo>
                <a:lnTo>
                  <a:pt x="0" y="2969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73322" y="7246973"/>
            <a:ext cx="2466979" cy="2710966"/>
          </a:xfrm>
          <a:custGeom>
            <a:avLst/>
            <a:gdLst/>
            <a:ahLst/>
            <a:cxnLst/>
            <a:rect r="r" b="b" t="t" l="l"/>
            <a:pathLst>
              <a:path h="2710966" w="2466979">
                <a:moveTo>
                  <a:pt x="0" y="0"/>
                </a:moveTo>
                <a:lnTo>
                  <a:pt x="2466979" y="0"/>
                </a:lnTo>
                <a:lnTo>
                  <a:pt x="2466979" y="2710966"/>
                </a:lnTo>
                <a:lnTo>
                  <a:pt x="0" y="27109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47653" y="3889242"/>
            <a:ext cx="5095216" cy="15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Home dec</a:t>
            </a: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or for calming spaces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45131" y="3889242"/>
            <a:ext cx="5095216" cy="15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Clothing c</a:t>
            </a: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olors to influence mood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47653" y="7030280"/>
            <a:ext cx="5095216" cy="15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Art therapy &amp; mandala c</a:t>
            </a: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36021" y="7030280"/>
            <a:ext cx="5713435" cy="15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Meditati</a:t>
            </a: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on with colored lights or imagery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7699" y="7246973"/>
            <a:ext cx="2466979" cy="2710966"/>
          </a:xfrm>
          <a:custGeom>
            <a:avLst/>
            <a:gdLst/>
            <a:ahLst/>
            <a:cxnLst/>
            <a:rect r="r" b="b" t="t" l="l"/>
            <a:pathLst>
              <a:path h="2710966" w="2466979">
                <a:moveTo>
                  <a:pt x="0" y="0"/>
                </a:moveTo>
                <a:lnTo>
                  <a:pt x="2466979" y="0"/>
                </a:lnTo>
                <a:lnTo>
                  <a:pt x="2466979" y="2710966"/>
                </a:lnTo>
                <a:lnTo>
                  <a:pt x="0" y="27109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Color Therapy in Practice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3231072" y="-928410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-497408" y="-928410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3534" y="3147673"/>
            <a:ext cx="7663455" cy="2969589"/>
          </a:xfrm>
          <a:custGeom>
            <a:avLst/>
            <a:gdLst/>
            <a:ahLst/>
            <a:cxnLst/>
            <a:rect r="r" b="b" t="t" l="l"/>
            <a:pathLst>
              <a:path h="2969589" w="7663455">
                <a:moveTo>
                  <a:pt x="0" y="0"/>
                </a:moveTo>
                <a:lnTo>
                  <a:pt x="7663455" y="0"/>
                </a:lnTo>
                <a:lnTo>
                  <a:pt x="7663455" y="2969588"/>
                </a:lnTo>
                <a:lnTo>
                  <a:pt x="0" y="29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61011" y="3147673"/>
            <a:ext cx="7663455" cy="2969589"/>
          </a:xfrm>
          <a:custGeom>
            <a:avLst/>
            <a:gdLst/>
            <a:ahLst/>
            <a:cxnLst/>
            <a:rect r="r" b="b" t="t" l="l"/>
            <a:pathLst>
              <a:path h="2969589" w="7663455">
                <a:moveTo>
                  <a:pt x="0" y="0"/>
                </a:moveTo>
                <a:lnTo>
                  <a:pt x="7663455" y="0"/>
                </a:lnTo>
                <a:lnTo>
                  <a:pt x="7663455" y="2969588"/>
                </a:lnTo>
                <a:lnTo>
                  <a:pt x="0" y="29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3534" y="6288711"/>
            <a:ext cx="7663455" cy="2969589"/>
          </a:xfrm>
          <a:custGeom>
            <a:avLst/>
            <a:gdLst/>
            <a:ahLst/>
            <a:cxnLst/>
            <a:rect r="r" b="b" t="t" l="l"/>
            <a:pathLst>
              <a:path h="2969589" w="7663455">
                <a:moveTo>
                  <a:pt x="0" y="0"/>
                </a:moveTo>
                <a:lnTo>
                  <a:pt x="7663455" y="0"/>
                </a:lnTo>
                <a:lnTo>
                  <a:pt x="7663455" y="2969589"/>
                </a:lnTo>
                <a:lnTo>
                  <a:pt x="0" y="2969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61011" y="6288711"/>
            <a:ext cx="7663455" cy="2969589"/>
          </a:xfrm>
          <a:custGeom>
            <a:avLst/>
            <a:gdLst/>
            <a:ahLst/>
            <a:cxnLst/>
            <a:rect r="r" b="b" t="t" l="l"/>
            <a:pathLst>
              <a:path h="2969589" w="7663455">
                <a:moveTo>
                  <a:pt x="0" y="0"/>
                </a:moveTo>
                <a:lnTo>
                  <a:pt x="7663455" y="0"/>
                </a:lnTo>
                <a:lnTo>
                  <a:pt x="7663455" y="2969589"/>
                </a:lnTo>
                <a:lnTo>
                  <a:pt x="0" y="2969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758783" y="7773506"/>
            <a:ext cx="4206437" cy="3643826"/>
          </a:xfrm>
          <a:custGeom>
            <a:avLst/>
            <a:gdLst/>
            <a:ahLst/>
            <a:cxnLst/>
            <a:rect r="r" b="b" t="t" l="l"/>
            <a:pathLst>
              <a:path h="3643826" w="4206437">
                <a:moveTo>
                  <a:pt x="0" y="0"/>
                </a:moveTo>
                <a:lnTo>
                  <a:pt x="4206436" y="0"/>
                </a:lnTo>
                <a:lnTo>
                  <a:pt x="4206436" y="3643825"/>
                </a:lnTo>
                <a:lnTo>
                  <a:pt x="0" y="36438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47653" y="3889242"/>
            <a:ext cx="5095216" cy="15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Light the</a:t>
            </a: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rapy (using lamps or LED colors)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45131" y="3889242"/>
            <a:ext cx="5095216" cy="15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Visualization or c</a:t>
            </a: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 breathing techniques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47653" y="7030280"/>
            <a:ext cx="5095216" cy="156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Chakra healing using c</a:t>
            </a: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 symbolism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8516" y="7030280"/>
            <a:ext cx="6688445" cy="15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4"/>
              </a:lnSpc>
            </a:pP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Used in spas, h</a:t>
            </a:r>
            <a:r>
              <a:rPr lang="en-US" sz="5814" spc="-64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ospitals, schools, and therapy centers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5840347" y="7773506"/>
            <a:ext cx="4206437" cy="3643826"/>
          </a:xfrm>
          <a:custGeom>
            <a:avLst/>
            <a:gdLst/>
            <a:ahLst/>
            <a:cxnLst/>
            <a:rect r="r" b="b" t="t" l="l"/>
            <a:pathLst>
              <a:path h="3643826" w="4206437">
                <a:moveTo>
                  <a:pt x="4206436" y="0"/>
                </a:moveTo>
                <a:lnTo>
                  <a:pt x="0" y="0"/>
                </a:lnTo>
                <a:lnTo>
                  <a:pt x="0" y="3643825"/>
                </a:lnTo>
                <a:lnTo>
                  <a:pt x="4206436" y="3643825"/>
                </a:lnTo>
                <a:lnTo>
                  <a:pt x="420643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7408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231072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7194" y="1819239"/>
            <a:ext cx="9018071" cy="8190567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8847255" y="2732928"/>
            <a:ext cx="12246138" cy="5991423"/>
          </a:xfrm>
          <a:custGeom>
            <a:avLst/>
            <a:gdLst/>
            <a:ahLst/>
            <a:cxnLst/>
            <a:rect r="r" b="b" t="t" l="l"/>
            <a:pathLst>
              <a:path h="5991423" w="12246138">
                <a:moveTo>
                  <a:pt x="0" y="0"/>
                </a:moveTo>
                <a:lnTo>
                  <a:pt x="12246138" y="0"/>
                </a:lnTo>
                <a:lnTo>
                  <a:pt x="12246138" y="5991424"/>
                </a:lnTo>
                <a:lnTo>
                  <a:pt x="0" y="59914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625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9700" y="0"/>
            <a:ext cx="3411855" cy="4114800"/>
          </a:xfrm>
          <a:custGeom>
            <a:avLst/>
            <a:gdLst/>
            <a:ahLst/>
            <a:cxnLst/>
            <a:rect r="r" b="b" t="t" l="l"/>
            <a:pathLst>
              <a:path h="4114800" w="3411855">
                <a:moveTo>
                  <a:pt x="0" y="0"/>
                </a:moveTo>
                <a:lnTo>
                  <a:pt x="3411855" y="0"/>
                </a:lnTo>
                <a:lnTo>
                  <a:pt x="34118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Scientific 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82545" y="3905014"/>
            <a:ext cx="6876755" cy="3723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30"/>
              </a:lnSpc>
            </a:pP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Lorem ipsum d</a:t>
            </a: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olor sit amet, consectetur adipiscing elit. Praesent rutrum maximus mauris sed sodales. Ut rhoncus lacinia nisi eu tempus.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553373" y="7200900"/>
            <a:ext cx="3411855" cy="4114800"/>
          </a:xfrm>
          <a:custGeom>
            <a:avLst/>
            <a:gdLst/>
            <a:ahLst/>
            <a:cxnLst/>
            <a:rect r="r" b="b" t="t" l="l"/>
            <a:pathLst>
              <a:path h="4114800" w="3411855">
                <a:moveTo>
                  <a:pt x="0" y="0"/>
                </a:moveTo>
                <a:lnTo>
                  <a:pt x="3411855" y="0"/>
                </a:lnTo>
                <a:lnTo>
                  <a:pt x="34118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24499" y="2809368"/>
            <a:ext cx="12839001" cy="1519282"/>
          </a:xfrm>
          <a:custGeom>
            <a:avLst/>
            <a:gdLst/>
            <a:ahLst/>
            <a:cxnLst/>
            <a:rect r="r" b="b" t="t" l="l"/>
            <a:pathLst>
              <a:path h="1519282" w="12839001">
                <a:moveTo>
                  <a:pt x="0" y="0"/>
                </a:moveTo>
                <a:lnTo>
                  <a:pt x="12839002" y="0"/>
                </a:lnTo>
                <a:lnTo>
                  <a:pt x="12839002" y="1519282"/>
                </a:lnTo>
                <a:lnTo>
                  <a:pt x="0" y="1519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97408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231072" y="5551098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24499" y="4565031"/>
            <a:ext cx="12839001" cy="1519282"/>
          </a:xfrm>
          <a:custGeom>
            <a:avLst/>
            <a:gdLst/>
            <a:ahLst/>
            <a:cxnLst/>
            <a:rect r="r" b="b" t="t" l="l"/>
            <a:pathLst>
              <a:path h="1519282" w="12839001">
                <a:moveTo>
                  <a:pt x="0" y="0"/>
                </a:moveTo>
                <a:lnTo>
                  <a:pt x="12839002" y="0"/>
                </a:lnTo>
                <a:lnTo>
                  <a:pt x="12839002" y="1519282"/>
                </a:lnTo>
                <a:lnTo>
                  <a:pt x="0" y="1519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24499" y="6320694"/>
            <a:ext cx="12839001" cy="1519282"/>
          </a:xfrm>
          <a:custGeom>
            <a:avLst/>
            <a:gdLst/>
            <a:ahLst/>
            <a:cxnLst/>
            <a:rect r="r" b="b" t="t" l="l"/>
            <a:pathLst>
              <a:path h="1519282" w="12839001">
                <a:moveTo>
                  <a:pt x="0" y="0"/>
                </a:moveTo>
                <a:lnTo>
                  <a:pt x="12839002" y="0"/>
                </a:lnTo>
                <a:lnTo>
                  <a:pt x="12839002" y="1519282"/>
                </a:lnTo>
                <a:lnTo>
                  <a:pt x="0" y="1519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24499" y="8076357"/>
            <a:ext cx="12839001" cy="1519282"/>
          </a:xfrm>
          <a:custGeom>
            <a:avLst/>
            <a:gdLst/>
            <a:ahLst/>
            <a:cxnLst/>
            <a:rect r="r" b="b" t="t" l="l"/>
            <a:pathLst>
              <a:path h="1519282" w="12839001">
                <a:moveTo>
                  <a:pt x="0" y="0"/>
                </a:moveTo>
                <a:lnTo>
                  <a:pt x="12839002" y="0"/>
                </a:lnTo>
                <a:lnTo>
                  <a:pt x="12839002" y="1519282"/>
                </a:lnTo>
                <a:lnTo>
                  <a:pt x="0" y="1519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4348" y="213850"/>
            <a:ext cx="3681930" cy="3355159"/>
          </a:xfrm>
          <a:custGeom>
            <a:avLst/>
            <a:gdLst/>
            <a:ahLst/>
            <a:cxnLst/>
            <a:rect r="r" b="b" t="t" l="l"/>
            <a:pathLst>
              <a:path h="3355159" w="3681930">
                <a:moveTo>
                  <a:pt x="0" y="0"/>
                </a:moveTo>
                <a:lnTo>
                  <a:pt x="3681930" y="0"/>
                </a:lnTo>
                <a:lnTo>
                  <a:pt x="3681930" y="3355159"/>
                </a:lnTo>
                <a:lnTo>
                  <a:pt x="0" y="3355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Benefits of Color Therapy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05623" y="3225584"/>
            <a:ext cx="6876755" cy="76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Red</a:t>
            </a: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uces stress and anxiety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89574" y="4992315"/>
            <a:ext cx="8508852" cy="76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Imp</a:t>
            </a: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roves mood and mental clarity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15061" y="6759045"/>
            <a:ext cx="9857878" cy="76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Enhan</a:t>
            </a: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ces creativity and emotional balance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72011" y="8525776"/>
            <a:ext cx="12143977" cy="76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S</a:t>
            </a:r>
            <a:r>
              <a:rPr lang="en-US" sz="5552" spc="-616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upports physical healing in complementary settings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4411722" y="213850"/>
            <a:ext cx="3681930" cy="3355159"/>
          </a:xfrm>
          <a:custGeom>
            <a:avLst/>
            <a:gdLst/>
            <a:ahLst/>
            <a:cxnLst/>
            <a:rect r="r" b="b" t="t" l="l"/>
            <a:pathLst>
              <a:path h="3355159" w="3681930">
                <a:moveTo>
                  <a:pt x="3681930" y="0"/>
                </a:moveTo>
                <a:lnTo>
                  <a:pt x="0" y="0"/>
                </a:lnTo>
                <a:lnTo>
                  <a:pt x="0" y="3355159"/>
                </a:lnTo>
                <a:lnTo>
                  <a:pt x="3681930" y="3355159"/>
                </a:lnTo>
                <a:lnTo>
                  <a:pt x="36819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3231072" y="-637363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-497408" y="-637363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96487" y="3129460"/>
            <a:ext cx="11495026" cy="271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7"/>
              </a:lnSpc>
            </a:pPr>
            <a:r>
              <a:rPr lang="en-US" sz="7537">
                <a:solidFill>
                  <a:srgbClr val="FFFFFF"/>
                </a:solidFill>
                <a:latin typeface="Zing Rust Base Rough"/>
                <a:ea typeface="Zing Rust Base Rough"/>
                <a:cs typeface="Zing Rust Base Rough"/>
                <a:sym typeface="Zing Rust Base Rough"/>
              </a:rPr>
              <a:t>"Color is a power which directly influences the soul." – Wassily Kandinsky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841620" y="6076987"/>
            <a:ext cx="12604761" cy="2752039"/>
          </a:xfrm>
          <a:custGeom>
            <a:avLst/>
            <a:gdLst/>
            <a:ahLst/>
            <a:cxnLst/>
            <a:rect r="r" b="b" t="t" l="l"/>
            <a:pathLst>
              <a:path h="2752039" w="12604761">
                <a:moveTo>
                  <a:pt x="0" y="0"/>
                </a:moveTo>
                <a:lnTo>
                  <a:pt x="12604760" y="0"/>
                </a:lnTo>
                <a:lnTo>
                  <a:pt x="12604760" y="2752039"/>
                </a:lnTo>
                <a:lnTo>
                  <a:pt x="0" y="275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89540" y="6433508"/>
            <a:ext cx="10708919" cy="211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9"/>
              </a:lnSpc>
            </a:pPr>
            <a:r>
              <a:rPr lang="en-US" sz="5276" spc="-58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Enhan</a:t>
            </a:r>
            <a:r>
              <a:rPr lang="en-US" sz="5276" spc="-585">
                <a:solidFill>
                  <a:srgbClr val="000000"/>
                </a:solidFill>
                <a:latin typeface="Dreaming Outloud Sans Alt"/>
                <a:ea typeface="Dreaming Outloud Sans Alt"/>
                <a:cs typeface="Dreaming Outloud Sans Alt"/>
                <a:sym typeface="Dreaming Outloud Sans Alt"/>
              </a:rPr>
              <a:t>ces creativity and emotional balance, use them mindfully for healing and harmony,, let colors be your silent healers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497408" y="5842145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0" y="0"/>
                </a:moveTo>
                <a:lnTo>
                  <a:pt x="5554336" y="0"/>
                </a:lnTo>
                <a:lnTo>
                  <a:pt x="5554336" y="5082218"/>
                </a:lnTo>
                <a:lnTo>
                  <a:pt x="0" y="5082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3231072" y="5842145"/>
            <a:ext cx="5554337" cy="5082218"/>
          </a:xfrm>
          <a:custGeom>
            <a:avLst/>
            <a:gdLst/>
            <a:ahLst/>
            <a:cxnLst/>
            <a:rect r="r" b="b" t="t" l="l"/>
            <a:pathLst>
              <a:path h="5082218" w="5554337">
                <a:moveTo>
                  <a:pt x="5554336" y="0"/>
                </a:moveTo>
                <a:lnTo>
                  <a:pt x="0" y="0"/>
                </a:lnTo>
                <a:lnTo>
                  <a:pt x="0" y="5082218"/>
                </a:lnTo>
                <a:lnTo>
                  <a:pt x="5554336" y="5082218"/>
                </a:lnTo>
                <a:lnTo>
                  <a:pt x="555433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19346" y="1612699"/>
            <a:ext cx="4434450" cy="4114800"/>
          </a:xfrm>
          <a:custGeom>
            <a:avLst/>
            <a:gdLst/>
            <a:ahLst/>
            <a:cxnLst/>
            <a:rect r="r" b="b" t="t" l="l"/>
            <a:pathLst>
              <a:path h="4114800" w="4434450">
                <a:moveTo>
                  <a:pt x="0" y="0"/>
                </a:moveTo>
                <a:lnTo>
                  <a:pt x="4434450" y="0"/>
                </a:lnTo>
                <a:lnTo>
                  <a:pt x="44344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35313" y="1181100"/>
            <a:ext cx="14217374" cy="101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6"/>
              </a:lnSpc>
            </a:pPr>
            <a:r>
              <a:rPr lang="en-US" sz="7708" spc="-231">
                <a:solidFill>
                  <a:srgbClr val="FFFFFF"/>
                </a:solidFill>
                <a:latin typeface="Edo"/>
                <a:ea typeface="Edo"/>
                <a:cs typeface="Edo"/>
                <a:sym typeface="Edo"/>
              </a:rPr>
              <a:t>Conclusion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5272896" y="1612699"/>
            <a:ext cx="4434450" cy="4114800"/>
          </a:xfrm>
          <a:custGeom>
            <a:avLst/>
            <a:gdLst/>
            <a:ahLst/>
            <a:cxnLst/>
            <a:rect r="r" b="b" t="t" l="l"/>
            <a:pathLst>
              <a:path h="4114800" w="4434450">
                <a:moveTo>
                  <a:pt x="4434450" y="0"/>
                </a:moveTo>
                <a:lnTo>
                  <a:pt x="0" y="0"/>
                </a:lnTo>
                <a:lnTo>
                  <a:pt x="0" y="4114800"/>
                </a:lnTo>
                <a:lnTo>
                  <a:pt x="4434450" y="4114800"/>
                </a:lnTo>
                <a:lnTo>
                  <a:pt x="44344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DAHC04WMoOo</dc:identifier>
  <dcterms:modified xsi:type="dcterms:W3CDTF">2011-08-01T06:04:30Z</dcterms:modified>
  <cp:revision>1</cp:revision>
  <dc:title>Violet and Red Abstract Modern The Power of Color Therapy Presentation</dc:title>
</cp:coreProperties>
</file>